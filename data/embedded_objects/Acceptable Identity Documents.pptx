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BF74-9CF2-8BCA-58F8-0CFAA85E7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850D3-F6B0-7187-E825-C346B8B9A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8892E-950B-492A-490C-F957B0FB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2E2E6-4341-E6A4-C828-7DB64719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2554B-9304-CCF7-D0B2-EE72E95D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0953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646D-75E3-AD52-A446-94C1E67D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F12F2-8ED4-F7D1-D0CC-A12D4481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2FD3-58E9-08E7-B4FD-0C1ABA33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DEB6-ECC6-3DF9-715A-D415C0D1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51DD8-8CF2-7C8B-6153-E10D7683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2616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232C-ACF7-11E2-21E1-D959505F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8E928-ACBD-D238-28D4-5962DD6C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7C2C-C4DB-404E-0121-5761F0D4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AA5F-D2D0-3E16-4B35-943529AE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97B29-9937-C370-C959-3BCAE4A4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3130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6304-2233-55B3-2CF7-15615C57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171A-1769-0B61-E67C-35593FB9B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22C78-9A45-D941-A583-12581191F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D3D7A-B7AB-9DBE-12D5-616B5531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34EF7-7AEA-FBF4-863B-8B80177B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27FB6-4EAE-B9A6-037A-E2CFB974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8258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C697-49CF-AEDD-FE87-908C8BDE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C652-BDAC-A62D-0E7D-4F6B118DD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C6256-6FF2-ACC4-FA67-061130ADE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6544E-21DB-40BC-F9EE-B0CEA971E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57237-7786-8FEC-06CE-5D703C0D9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F6BA5-5121-40AC-45A5-6DCBD834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0A88-2648-3579-BA0C-2C582852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EFB47-6F4E-AA40-B51F-C5DFA0AC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681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6677-D54F-BF84-3151-FE9506DD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32DFA-0ABE-71A5-C014-CD284890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4C551-9D05-1429-E4AF-EB9599C1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74E7A-6212-9A6E-68A0-B6B1BAD9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110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CCB40-8005-D2B7-00A3-DC00F66D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89A96-A992-9C5D-1EAF-448D2C51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AEB4-9780-D67F-DA31-8AAD0FB2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0799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565A-CF54-5DAA-61AC-91D26E40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56CA7-8851-FD0A-4367-5F743FC1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BBD23-7EDC-4056-5886-8606A8612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0850E-31DC-D40B-97AB-0194A7B9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32ED7-66BA-4709-8B7E-0468C0C1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62362-A54E-51E5-FA5A-CF39E921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8841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97AB-15B4-702E-867F-99515559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4A266-4AC4-9053-029B-23AAF9E69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799A7-363E-9301-6067-9CEE9446C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AED1-B686-C916-1399-0273B926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84E5-4F32-BBA5-E8BA-7484F17F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DDC6-A0A3-2CEA-6173-AD9BF8ED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4346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102D-54E9-580F-6C66-C39AE769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BE3DF-80A3-19A0-6400-444A9BEB9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67215-F37B-9798-7C55-09E6C020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9173-2E5D-73E0-0975-380ECB7C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B5387-E884-F459-D9E6-1B4CB3C6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9999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78950-7F21-6A89-E00E-F0EC0E686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17170-BDDB-25CA-92EB-89757DE34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FA16-1606-3F7C-9F37-53A77D33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8B43-5FFC-0833-9AE0-AEF02AB6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685A9-9344-B40D-C140-B484C502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6627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81C46-C948-2B23-9BB9-E612321D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C056A-80B3-C82E-56D4-94CBD4D11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85DE9-CD5A-385D-A503-D44281AFA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50FC7-D4BA-481F-A0FF-EA723731C2E3}" type="datetimeFigureOut">
              <a:rPr lang="en-HK" smtClean="0"/>
              <a:t>11/3/2026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7C90F-4999-8EAE-D11D-B0DF6E79B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4041-CA5A-D4CB-6B16-A033FB57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FFE1C-6B4C-4A33-BE69-14DC7D0CF1F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6368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784B-5514-0A67-D19E-0DF252F7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/>
          </a:bodyPr>
          <a:lstStyle/>
          <a:p>
            <a:r>
              <a:rPr lang="en-US" sz="2400" b="1" dirty="0"/>
              <a:t>Acceptable Identity Documents</a:t>
            </a:r>
            <a:endParaRPr lang="en-HK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1432-7601-9303-A12F-AFA83EC5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3B8560-C1F1-766E-1F89-DD9622064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83674"/>
              </p:ext>
            </p:extLst>
          </p:nvPr>
        </p:nvGraphicFramePr>
        <p:xfrm>
          <a:off x="838200" y="1114425"/>
          <a:ext cx="10454640" cy="2272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160">
                  <a:extLst>
                    <a:ext uri="{9D8B030D-6E8A-4147-A177-3AD203B41FA5}">
                      <a16:colId xmlns:a16="http://schemas.microsoft.com/office/drawing/2014/main" val="3942164341"/>
                    </a:ext>
                  </a:extLst>
                </a:gridCol>
                <a:gridCol w="7396480">
                  <a:extLst>
                    <a:ext uri="{9D8B030D-6E8A-4147-A177-3AD203B41FA5}">
                      <a16:colId xmlns:a16="http://schemas.microsoft.com/office/drawing/2014/main" val="3638108755"/>
                    </a:ext>
                  </a:extLst>
                </a:gridCol>
              </a:tblGrid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Document Type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Acceptable Criteria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202411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National ID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valid national ID with photo of the owner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978015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Passport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passport that is within 6 months of the expiry date of the passport and with photo of the owner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54612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r>
                        <a:rPr lang="en-US" dirty="0"/>
                        <a:t>Driving License</a:t>
                      </a:r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valid driving license within 6 months of the expiry date of the driving license and with photo of the owner</a:t>
                      </a:r>
                      <a:endParaRPr lang="en-H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021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88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62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Acceptable Identity Documents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Chau</dc:creator>
  <cp:lastModifiedBy>Deepak Sharma</cp:lastModifiedBy>
  <cp:revision>3</cp:revision>
  <dcterms:created xsi:type="dcterms:W3CDTF">2026-03-07T12:48:02Z</dcterms:created>
  <dcterms:modified xsi:type="dcterms:W3CDTF">2026-03-11T05:11:57Z</dcterms:modified>
</cp:coreProperties>
</file>